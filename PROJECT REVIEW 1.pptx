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F04D39-A62E-BB95-3E4B-7E6720AF52F6}" v="42" dt="2026-08-18T03:58:47.316"/>
    <p1510:client id="{E308DA48-A332-4A60-A3F2-FEEAADD3CDF1}" v="79" dt="2026-08-18T04:14:14.032"/>
    <p1510:client id="{EB0AE9CF-09A3-8BDD-31D4-913B76AAA27B}" v="10" dt="2026-08-18T06:37:15.2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18-08-2026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18-08-2026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18-08-2026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18-08-2026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18-08-2026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18-08-2026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606175"/>
            <a:ext cx="9814159" cy="471063"/>
          </a:xfrm>
        </p:spPr>
        <p:txBody>
          <a:bodyPr>
            <a:noAutofit/>
          </a:bodyPr>
          <a:lstStyle/>
          <a:p>
            <a:pPr algn="ctr">
              <a:lnSpc>
                <a:spcPts val="4800"/>
              </a:lnSpc>
            </a:pPr>
            <a:r>
              <a:rPr lang="en-US" sz="2400" b="1">
                <a:latin typeface="Cambria" pitchFamily="34" charset="0"/>
                <a:ea typeface="Cambria" pitchFamily="34" charset="-122"/>
                <a:cs typeface="Cambria" pitchFamily="34" charset="-120"/>
              </a:rPr>
              <a:t>Smart Bus Tracking &amp; Student Safety Portal</a:t>
            </a:r>
            <a:endParaRPr lang="en-US" sz="24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/>
              <a:t>Under the Guidance </a:t>
            </a:r>
          </a:p>
          <a:p>
            <a:pPr marL="0" indent="0" algn="ctr">
              <a:buNone/>
            </a:pPr>
            <a:r>
              <a:rPr lang="en-US" sz="2400"/>
              <a:t>of </a:t>
            </a:r>
            <a:endParaRPr lang="en-US" sz="240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>
                <a:solidFill>
                  <a:srgbClr val="00B050"/>
                </a:solidFill>
              </a:rPr>
              <a:t>Dr. Y Prasanthi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469799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Moksha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2520030515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Gayatri </a:t>
                      </a:r>
                      <a:r>
                        <a:rPr lang="en-US" err="1"/>
                        <a:t>sri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harshita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2520030600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Anshu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2520030440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>
                <a:solidFill>
                  <a:srgbClr val="0070C0"/>
                </a:solidFill>
              </a:rPr>
              <a:t>GROUP NUMBER:20</a:t>
            </a:r>
            <a:endParaRPr lang="en-IN" sz="3200" b="1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9103100"/>
              </p:ext>
            </p:extLst>
          </p:nvPr>
        </p:nvGraphicFramePr>
        <p:xfrm>
          <a:off x="838199" y="1416193"/>
          <a:ext cx="10515600" cy="2318206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41844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Moksha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Team lead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Gayatri </a:t>
                      </a:r>
                      <a:r>
                        <a:rPr lang="en-US" err="1"/>
                        <a:t>sri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harshita</a:t>
                      </a:r>
                      <a:endParaRPr lang="en-US"/>
                    </a:p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Team member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Anshu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chemeClr val="tx1">
                              <a:alpha val="31000"/>
                            </a:schemeClr>
                          </a:solidFill>
                        </a:rPr>
                        <a:t>Team member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593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School transportation today relies on manual calls and word-of-mouth updates, leaving parents unable to see where the bus is or confirm their child boarded it safely. The School Bus Tracking &amp; Student Safety Portal solves this by unifying GPS bus tracking, student boarding and alighting verification, geofencing, and instant alerts into one centralized platform. Built on a React.js frontend and a Node.js/Express backend, the system logs every stage of a student’s journey and turns "where is the bus" into "where is my child."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>
                <a:solidFill>
                  <a:srgbClr val="0070C0"/>
                </a:solidFill>
              </a:rPr>
              <a:t>INTRDOUCTION</a:t>
            </a:r>
            <a:endParaRPr lang="en-IN" sz="320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/>
              <a:t>School transportation requires </a:t>
            </a:r>
            <a:r>
              <a:rPr lang="en-IN" b="1"/>
              <a:t>safe and efficient monitoring</a:t>
            </a:r>
            <a:r>
              <a:rPr lang="en-IN"/>
              <a:t> </a:t>
            </a:r>
          </a:p>
          <a:p>
            <a:pPr lvl="0"/>
            <a:r>
              <a:rPr lang="en-IN"/>
              <a:t>Traditional methods provide limited real-time information </a:t>
            </a:r>
          </a:p>
          <a:p>
            <a:pPr lvl="0"/>
            <a:r>
              <a:rPr lang="en-IN"/>
              <a:t>Parents need updates on </a:t>
            </a:r>
            <a:r>
              <a:rPr lang="en-IN" b="1"/>
              <a:t>bus location and student status</a:t>
            </a:r>
            <a:r>
              <a:rPr lang="en-IN"/>
              <a:t> </a:t>
            </a:r>
          </a:p>
          <a:p>
            <a:pPr lvl="0"/>
            <a:r>
              <a:rPr lang="en-IN"/>
              <a:t>Administrators need centralized transportation records </a:t>
            </a:r>
          </a:p>
          <a:p>
            <a:pPr lvl="0"/>
            <a:r>
              <a:rPr lang="en-IN"/>
              <a:t>Proposed system combines </a:t>
            </a:r>
            <a:r>
              <a:rPr lang="en-IN" b="1"/>
              <a:t>GPS + DBMS + notifications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>
                <a:solidFill>
                  <a:srgbClr val="0070C0"/>
                </a:solidFill>
              </a:rPr>
              <a:t>EXISTING SYSTEM</a:t>
            </a:r>
            <a:endParaRPr lang="en-IN" sz="320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/>
              <a:t>Manual student and bus records </a:t>
            </a:r>
          </a:p>
          <a:p>
            <a:pPr lvl="0"/>
            <a:r>
              <a:rPr lang="en-IN"/>
              <a:t>Communication mainly through calls/messages </a:t>
            </a:r>
          </a:p>
          <a:p>
            <a:pPr lvl="0"/>
            <a:r>
              <a:rPr lang="en-IN"/>
              <a:t>Limited real-time bus visibility </a:t>
            </a:r>
          </a:p>
          <a:p>
            <a:pPr lvl="0"/>
            <a:r>
              <a:rPr lang="en-IN"/>
              <a:t>No automatic route-deviation detection </a:t>
            </a:r>
          </a:p>
          <a:p>
            <a:pPr lvl="0"/>
            <a:r>
              <a:rPr lang="en-IN"/>
              <a:t>Emergency response can be delayed </a:t>
            </a:r>
          </a:p>
          <a:p>
            <a:pPr lvl="0"/>
            <a:r>
              <a:rPr lang="en-IN"/>
              <a:t>Difficult to manage multiple buses and route</a:t>
            </a:r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>
                <a:solidFill>
                  <a:srgbClr val="0070C0"/>
                </a:solidFill>
              </a:rPr>
              <a:t>PROBLEM</a:t>
            </a:r>
            <a:endParaRPr lang="en-IN" sz="320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/>
              <a:t>Lack of </a:t>
            </a:r>
            <a:r>
              <a:rPr lang="en-IN" b="1"/>
              <a:t>real-time bus monitoring</a:t>
            </a:r>
            <a:r>
              <a:rPr lang="en-IN"/>
              <a:t> </a:t>
            </a:r>
          </a:p>
          <a:p>
            <a:pPr lvl="0"/>
            <a:r>
              <a:rPr lang="en-IN"/>
              <a:t>Difficulty tracking student boarding/drop-off </a:t>
            </a:r>
          </a:p>
          <a:p>
            <a:pPr lvl="0"/>
            <a:r>
              <a:rPr lang="en-IN"/>
              <a:t>Manual record maintenance </a:t>
            </a:r>
          </a:p>
          <a:p>
            <a:pPr lvl="0"/>
            <a:r>
              <a:rPr lang="en-IN"/>
              <a:t>No automated detection of route deviations </a:t>
            </a:r>
          </a:p>
          <a:p>
            <a:pPr lvl="0"/>
            <a:r>
              <a:rPr lang="en-IN"/>
              <a:t>Delayed emergency communication </a:t>
            </a:r>
          </a:p>
          <a:p>
            <a:pPr lvl="0"/>
            <a:r>
              <a:rPr lang="en-IN"/>
              <a:t>Need for a centralized and reliable system</a:t>
            </a:r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>
                <a:solidFill>
                  <a:srgbClr val="0070C0"/>
                </a:solidFill>
              </a:rPr>
              <a:t>SOLUTION</a:t>
            </a:r>
            <a:endParaRPr lang="en-IN" sz="320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/>
              <a:t>Real-time </a:t>
            </a:r>
            <a:r>
              <a:rPr lang="en-IN" b="1"/>
              <a:t>GPS bus tracking</a:t>
            </a:r>
            <a:r>
              <a:rPr lang="en-IN"/>
              <a:t> </a:t>
            </a:r>
          </a:p>
          <a:p>
            <a:pPr lvl="0"/>
            <a:r>
              <a:rPr lang="en-IN"/>
              <a:t>Interactive map using </a:t>
            </a:r>
            <a:r>
              <a:rPr lang="en-IN" b="1"/>
              <a:t>Google Maps API</a:t>
            </a:r>
            <a:r>
              <a:rPr lang="en-IN"/>
              <a:t> </a:t>
            </a:r>
          </a:p>
          <a:p>
            <a:pPr lvl="0"/>
            <a:r>
              <a:rPr lang="en-IN"/>
              <a:t>Centralized </a:t>
            </a:r>
            <a:r>
              <a:rPr lang="en-IN" b="1"/>
              <a:t>MySQL database</a:t>
            </a:r>
            <a:r>
              <a:rPr lang="en-IN"/>
              <a:t> </a:t>
            </a:r>
          </a:p>
          <a:p>
            <a:pPr lvl="0"/>
            <a:r>
              <a:rPr lang="en-IN"/>
              <a:t>Digital boarding &amp; drop-off records </a:t>
            </a:r>
          </a:p>
          <a:p>
            <a:pPr lvl="0"/>
            <a:r>
              <a:rPr lang="en-IN" b="1"/>
              <a:t>Geofencing</a:t>
            </a:r>
            <a:r>
              <a:rPr lang="en-IN"/>
              <a:t> for important locations </a:t>
            </a:r>
          </a:p>
          <a:p>
            <a:pPr lvl="0"/>
            <a:r>
              <a:rPr lang="en-IN"/>
              <a:t>Route-deviation alerts </a:t>
            </a:r>
          </a:p>
          <a:p>
            <a:pPr lvl="0"/>
            <a:r>
              <a:rPr lang="en-IN" b="1"/>
              <a:t>Emergency SOS</a:t>
            </a:r>
            <a:r>
              <a:rPr lang="en-IN"/>
              <a:t> with location </a:t>
            </a:r>
          </a:p>
          <a:p>
            <a:pPr lvl="0"/>
            <a:r>
              <a:rPr lang="en-IN"/>
              <a:t>Instant notifications</a:t>
            </a:r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>
                <a:solidFill>
                  <a:srgbClr val="0070C0"/>
                </a:solidFill>
              </a:rPr>
              <a:t>OBJECTIVES </a:t>
            </a:r>
            <a:endParaRPr lang="en-IN" sz="360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/>
              <a:t>Track buses in real time </a:t>
            </a:r>
          </a:p>
          <a:p>
            <a:pPr lvl="0"/>
            <a:r>
              <a:rPr lang="en-IN"/>
              <a:t>Improve student safety </a:t>
            </a:r>
          </a:p>
          <a:p>
            <a:pPr lvl="0"/>
            <a:r>
              <a:rPr lang="en-IN"/>
              <a:t>Maintain accurate transportation records </a:t>
            </a:r>
          </a:p>
          <a:p>
            <a:pPr lvl="0"/>
            <a:r>
              <a:rPr lang="en-IN"/>
              <a:t>Monitor planned routes </a:t>
            </a:r>
          </a:p>
          <a:p>
            <a:pPr lvl="0"/>
            <a:r>
              <a:rPr lang="en-IN"/>
              <a:t>Detect route deviations </a:t>
            </a:r>
          </a:p>
          <a:p>
            <a:pPr lvl="0"/>
            <a:r>
              <a:rPr lang="en-IN"/>
              <a:t>Provide instant alerts and notifications </a:t>
            </a:r>
          </a:p>
          <a:p>
            <a:pPr lvl="0"/>
            <a:r>
              <a:rPr lang="en-IN"/>
              <a:t>Reduce manual work </a:t>
            </a:r>
          </a:p>
          <a:p>
            <a:pPr lvl="0"/>
            <a:r>
              <a:rPr lang="en-IN"/>
              <a:t>Improve communication between management and parents</a:t>
            </a:r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>
                <a:solidFill>
                  <a:srgbClr val="0070C0"/>
                </a:solidFill>
              </a:rPr>
              <a:t>MODULES</a:t>
            </a:r>
            <a:endParaRPr lang="en-IN" sz="360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0CCCA-2419-39FC-4F64-F44FEFF2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141"/>
            <a:ext cx="10515600" cy="468882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IN" b="1"/>
              <a:t>01 — Relational Database Engineering</a:t>
            </a:r>
            <a:br>
              <a:rPr lang="en-IN"/>
            </a:br>
            <a:r>
              <a:rPr lang="en-IN"/>
              <a:t>Stores and manages students, buses, drivers, routes, and trip records.</a:t>
            </a:r>
          </a:p>
          <a:p>
            <a:pPr>
              <a:lnSpc>
                <a:spcPct val="120000"/>
              </a:lnSpc>
            </a:pPr>
            <a:r>
              <a:rPr lang="en-IN" b="1"/>
              <a:t>02 — Database &amp; Data Integration</a:t>
            </a:r>
            <a:br>
              <a:rPr lang="en-IN"/>
            </a:br>
            <a:r>
              <a:rPr lang="en-IN"/>
              <a:t>Connects transportation data and integrates information across system components.</a:t>
            </a:r>
          </a:p>
          <a:p>
            <a:pPr>
              <a:lnSpc>
                <a:spcPct val="120000"/>
              </a:lnSpc>
            </a:pPr>
            <a:r>
              <a:rPr lang="en-IN" b="1"/>
              <a:t>03 — Backend API Engineering</a:t>
            </a:r>
            <a:br>
              <a:rPr lang="en-IN"/>
            </a:br>
            <a:r>
              <a:rPr lang="en-IN"/>
              <a:t>Provides APIs for managing users, buses, routes, and tracking data.</a:t>
            </a:r>
          </a:p>
          <a:p>
            <a:pPr>
              <a:lnSpc>
                <a:spcPct val="120000"/>
              </a:lnSpc>
            </a:pPr>
            <a:r>
              <a:rPr lang="en-IN" b="1"/>
              <a:t>04 — Real-Time &amp; Notifications</a:t>
            </a:r>
            <a:br>
              <a:rPr lang="en-IN"/>
            </a:br>
            <a:r>
              <a:rPr lang="en-IN"/>
              <a:t>Enables live GPS tracking and instant safety and journey alerts.</a:t>
            </a:r>
          </a:p>
          <a:p>
            <a:pPr>
              <a:lnSpc>
                <a:spcPct val="120000"/>
              </a:lnSpc>
            </a:pPr>
            <a:r>
              <a:rPr lang="en-IN" b="1"/>
              <a:t>05 — Service Architecture</a:t>
            </a:r>
            <a:br>
              <a:rPr lang="en-IN"/>
            </a:br>
            <a:r>
              <a:rPr lang="en-IN"/>
              <a:t>Coordinates tracking, geofencing, route monitoring, and emergency services.</a:t>
            </a:r>
          </a:p>
          <a:p>
            <a:pPr>
              <a:lnSpc>
                <a:spcPct val="120000"/>
              </a:lnSpc>
            </a:pPr>
            <a:r>
              <a:rPr lang="en-IN" b="1"/>
              <a:t>06 — Deployment &amp; Observability</a:t>
            </a:r>
            <a:br>
              <a:rPr lang="en-IN"/>
            </a:br>
            <a:r>
              <a:rPr lang="en-IN"/>
              <a:t>Supports system deployment, monitoring, error tracking, and performance management.</a:t>
            </a:r>
          </a:p>
        </p:txBody>
      </p:sp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>
                <a:solidFill>
                  <a:srgbClr val="0070C0"/>
                </a:solidFill>
              </a:rPr>
              <a:t>SOFTWARE REQUIREMENTS </a:t>
            </a:r>
            <a:endParaRPr lang="en-IN" sz="320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3C331-E06F-D027-E4C0-6920D370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/>
              <a:t>Frontend:</a:t>
            </a:r>
            <a:r>
              <a:rPr lang="en-IN"/>
              <a:t> React.js, HTML5, CSS3, JavaScript</a:t>
            </a:r>
          </a:p>
          <a:p>
            <a:r>
              <a:rPr lang="en-IN" b="1"/>
              <a:t>Backend:</a:t>
            </a:r>
            <a:r>
              <a:rPr lang="en-IN"/>
              <a:t> Node.js, Express.js</a:t>
            </a:r>
          </a:p>
          <a:p>
            <a:r>
              <a:rPr lang="en-IN" b="1"/>
              <a:t>Database:</a:t>
            </a:r>
            <a:r>
              <a:rPr lang="en-IN"/>
              <a:t> MySQL</a:t>
            </a:r>
          </a:p>
          <a:p>
            <a:r>
              <a:rPr lang="en-IN" b="1"/>
              <a:t>APIs &amp; Services:</a:t>
            </a:r>
            <a:r>
              <a:rPr lang="en-IN"/>
              <a:t> Google Maps API, GPS API, Firebase Cloud Messaging</a:t>
            </a:r>
          </a:p>
          <a:p>
            <a:r>
              <a:rPr lang="en-IN" b="1"/>
              <a:t>Development Tools:</a:t>
            </a:r>
            <a:r>
              <a:rPr lang="en-IN"/>
              <a:t> VS Code, Git &amp; GitHub</a:t>
            </a:r>
          </a:p>
          <a:p>
            <a:r>
              <a:rPr lang="en-IN" b="1"/>
              <a:t>Platform:</a:t>
            </a:r>
            <a:r>
              <a:rPr lang="en-IN"/>
              <a:t> Web Browser</a:t>
            </a:r>
          </a:p>
          <a:p>
            <a:r>
              <a:rPr lang="en-IN" b="1"/>
              <a:t>Operating System:</a:t>
            </a:r>
            <a:r>
              <a:rPr lang="en-IN"/>
              <a:t> Windows / Linux / macOS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r>
              <a:rPr lang="en-US" sz="3600" b="1">
                <a:solidFill>
                  <a:srgbClr val="0070C0"/>
                </a:solidFill>
              </a:rPr>
              <a:t>CONCLUSION AND FUTURE SCOPE</a:t>
            </a:r>
            <a:endParaRPr lang="en-US" sz="4000" b="1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C3DD0-1B31-0086-5010-C516A39FA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/>
              <a:t>Conclusion</a:t>
            </a:r>
          </a:p>
          <a:p>
            <a:pPr lvl="0"/>
            <a:r>
              <a:rPr lang="en-IN"/>
              <a:t>Provides real-time school bus tracking and student safety monitoring. </a:t>
            </a:r>
          </a:p>
          <a:p>
            <a:pPr lvl="0"/>
            <a:r>
              <a:rPr lang="en-IN"/>
              <a:t>Centralizes student, bus, driver, route, and trip data. </a:t>
            </a:r>
          </a:p>
          <a:p>
            <a:pPr lvl="0"/>
            <a:r>
              <a:rPr lang="en-IN"/>
              <a:t>Enables boarding tracking, geofencing, notifications, and SOS alerts. </a:t>
            </a:r>
          </a:p>
          <a:p>
            <a:pPr lvl="0"/>
            <a:r>
              <a:rPr lang="en-IN"/>
              <a:t>Reduces manual work and improves transportation efficiency. </a:t>
            </a:r>
          </a:p>
          <a:p>
            <a:pPr marL="0" indent="0">
              <a:buNone/>
            </a:pPr>
            <a:r>
              <a:rPr lang="en-IN" b="1"/>
              <a:t>Future Scope</a:t>
            </a:r>
          </a:p>
          <a:p>
            <a:pPr lvl="0"/>
            <a:r>
              <a:rPr lang="en-IN"/>
              <a:t>AI-based route optimization and ETA prediction. </a:t>
            </a:r>
          </a:p>
          <a:p>
            <a:pPr lvl="0"/>
            <a:r>
              <a:rPr lang="en-IN"/>
              <a:t>Dedicated mobile app for parents and drivers. </a:t>
            </a:r>
          </a:p>
          <a:p>
            <a:pPr lvl="0"/>
            <a:r>
              <a:rPr lang="en-IN"/>
              <a:t>Facial/biometric verification for student boarding. </a:t>
            </a:r>
          </a:p>
          <a:p>
            <a:pPr lvl="0"/>
            <a:r>
              <a:rPr lang="en-IN"/>
              <a:t>Automatic accident and driver-</a:t>
            </a:r>
            <a:r>
              <a:rPr lang="en-IN" err="1"/>
              <a:t>behavior</a:t>
            </a:r>
            <a:r>
              <a:rPr lang="en-IN"/>
              <a:t> detection. </a:t>
            </a:r>
          </a:p>
          <a:p>
            <a:pPr lvl="0"/>
            <a:r>
              <a:rPr lang="en-IN"/>
              <a:t>Integration with IoT devices and cloud services.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/>
          </a:p>
          <a:p>
            <a:pPr marL="0" indent="0" algn="ctr">
              <a:buNone/>
            </a:pPr>
            <a:endParaRPr lang="en-IN" sz="4400"/>
          </a:p>
          <a:p>
            <a:pPr marL="0" indent="0" algn="ctr">
              <a:buNone/>
            </a:pPr>
            <a:endParaRPr lang="en-IN" sz="4400"/>
          </a:p>
          <a:p>
            <a:pPr marL="0" indent="0" algn="ctr">
              <a:buNone/>
            </a:pPr>
            <a:r>
              <a:rPr lang="en-IN" sz="4400" b="1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Office Theme</vt:lpstr>
      <vt:lpstr>Custom Design</vt:lpstr>
      <vt:lpstr>Smart Bus Tracking &amp; Student Safety Portal</vt:lpstr>
      <vt:lpstr>GROUP NUMBER:20</vt:lpstr>
      <vt:lpstr>ABSTRACT</vt:lpstr>
      <vt:lpstr>INTRDOUCTION</vt:lpstr>
      <vt:lpstr>EXISTING SYSTEM</vt:lpstr>
      <vt:lpstr>PROBLEM</vt:lpstr>
      <vt:lpstr>SOLUTION</vt:lpstr>
      <vt:lpstr>OBJECTIVES 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revision>4</cp:revision>
  <dcterms:created xsi:type="dcterms:W3CDTF">2022-05-20T10:20:31Z</dcterms:created>
  <dcterms:modified xsi:type="dcterms:W3CDTF">2026-08-18T08:20:39Z</dcterms:modified>
</cp:coreProperties>
</file>